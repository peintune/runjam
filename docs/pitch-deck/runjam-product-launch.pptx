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naming the daily friction: every AI-coding user has felt at least one of these. The goal is to make the audience nod, not lecture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elevator pitch made slide-shaped. Spend time on the second and third bullets — the protocol proxy and the 'no agent modification' line are the real differentiators.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rows is the sweet spot. Walk one row in detail (token bleed) and let the audience read the rest. End on the privacy row — it's the trust anchor.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technical heart of the pitch. If the audience remembers one slide, it should be this one. The visual: agent -&gt; proxy -&gt; model. Real example: Claude Code → GPT-4o.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are the everyday workhorses. Don't read each bullet — point at the card and let the audience scan. The bullets are deliberately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shipped most recently and they're what makes RunJam feel like a product, not just a wrapper. The 'Why it matters' strip is the one-line pitch the user walks away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moment if you have one: show swapping Claude for a local Qwen live. Otherwise, point at the provider chips and the aliasing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apologize for the table — it sells itself. The two 'checkmarks that hurt': AionUI's ACP requirement, and Cursor's cloud lock-in.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story: agents stay unchanged (stdin/stdout), the proxy is the smart middle layer, models are swappable. If asked: yes, the proxy is the only piece that knows about model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scan slide. For an engineering audience, mention Rust for process management and Tauri 2 for the binary size. For everyone else, move fast — they'll trust the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strong. Three asks: star, read, contribute. Mention MIT and that pre-built binaries are on the Releases page. Pause for applause.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164592"/>
            <a:ext cx="54864" cy="66934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PRODUCT LAUNCH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  <a:latin typeface="Calibri"/>
              </a:rPr>
              <a:t>RunJam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D3EE"/>
                </a:solidFill>
                <a:latin typeface="Calibri"/>
              </a:rPr>
              <a:t>One Desktop. All Your AI Agents. Zero Lock-in.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A local-first manager for Claude Code, Codex CLI, and Gemini CLI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852160"/>
            <a:ext cx="54864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Open Source  •  MIT License  •  Built with Tauri 2 + Rust + Vue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68680"/>
            <a:ext cx="91440" cy="2926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046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Calibri"/>
              </a:rPr>
              <a:t>THE 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Why RunJam Exists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5CF6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542032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The terminal zoo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Five terminal tabs, five agents, five projects. You forget which is which, kill the wrong one, lose a session.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8600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5146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5CF6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542032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The protocol wall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5468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Claude speaks Anthropic, Codex speaks OpenAI, Gemini speaks Google. Mix-and-match is nearly impossible.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8006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5CF6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828032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The model mismatch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44068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Want to test a prompt on Claude, GPT-4o, and a local Qwen? Three configs in three dotfiles in three different homes.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57200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8006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5CF6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4828032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The token bleed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44068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Same system prompt re-sent every turn. No visibility into what's cached, what's fresh, or which session costs the most.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RunJam  •  The Pain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68680"/>
            <a:ext cx="91440" cy="2926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046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Calibri"/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One window. Every project. Any agent. Any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54864" cy="777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One window, every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Chat, file tree, Monaco editor, and terminal — all in one app, multiple sessions in parallel.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54864" cy="777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08960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Any agent, any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204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Built-in protocol proxy converts Anthropic, OpenAI, and Gemini on the fly. Claude can use GPT. Codex can use Claude.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54864" cy="777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60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Zero agent modifications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34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Unlike ACP-based tools, RunJam drives agents through their native CLI (stdin/stdout). Works today, with any agent.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937760"/>
            <a:ext cx="54864" cy="777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937760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Cut your API bill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3492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Automatic prompt-cache detection, local response cache, and one-click local models via llama.cpp.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852160"/>
            <a:ext cx="54864" cy="777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852160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Local-first and private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62636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Conversations, configs, and API keys stay on your machine. No telemetry, no cloud sync.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RunJam  •  TL;DR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68680"/>
            <a:ext cx="91440" cy="2926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046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Calibri"/>
              </a:rPr>
              <a:t>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What RunJam Does About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4114800" cy="50292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74903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224028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2286000"/>
            <a:ext cx="5120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01F"/>
                </a:solidFill>
                <a:latin typeface="Calibri"/>
              </a:rPr>
              <a:t>RunJam's answer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4114800" cy="50292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Terminal zoo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283464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0F172D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834640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One unified window with parallel sessions, sidebar, and per-session workspaces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4114800" cy="50292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Model mismatch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38328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0F172D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3383280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Unified Model Hub — set a model once, assign per-agent with two clicks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4114800" cy="50292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Protocol wall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93192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0F172D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3931920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Built-in proxy that auto-translates between Anthropic, OpenAI, and Gemini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80560"/>
            <a:ext cx="4114800" cy="50292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8056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Token bleed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48056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0F172D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4480560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Prompt-cache auto-detection + local response cache + per-session cost dashboard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29200"/>
            <a:ext cx="4114800" cy="50292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02920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Setup grind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502920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0F172D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5029200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Auto-detect + one-click install for Claude Code, Codex CLI, Gemini CLI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577840"/>
            <a:ext cx="4114800" cy="50292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57784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Cloud data worry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0" y="557784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0F172D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5577840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Local-first. All data in ~/.runjam/, API keys in OS keychain, no telemetry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RunJam  •  Mapping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68680"/>
            <a:ext cx="91440" cy="2926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046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Calibri"/>
              </a:rPr>
              <a:t>THE SECRET SAUCE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Protocol Proxy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BD5E1"/>
                </a:solidFill>
                <a:latin typeface="Calibri"/>
              </a:rPr>
              <a:t>Most managers just pass through.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Calibri"/>
              </a:rPr>
              <a:t>RunJam translates on the fly.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30168"/>
            <a:ext cx="54864" cy="1645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Anthropic &lt;-&gt; OpenAI &lt;-&gt; Gemini auto-translation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041648"/>
            <a:ext cx="54864" cy="1645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Response cache — repeat queries answered locally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53128"/>
            <a:ext cx="54864" cy="1645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Prompt-cache detection — no double billing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64608"/>
            <a:ext cx="54864" cy="1645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Single API key entry — stored in OS keychain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377440"/>
            <a:ext cx="1463040" cy="73152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377440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Claude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4203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2D3EE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377440"/>
            <a:ext cx="1737360" cy="731520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377440"/>
            <a:ext cx="1737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01F"/>
                </a:solidFill>
                <a:latin typeface="Calibri"/>
              </a:rPr>
              <a:t>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59" y="254203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2D3EE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567159" y="237744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67159" y="2377440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01F"/>
                </a:solidFill>
                <a:latin typeface="Calibri"/>
              </a:rPr>
              <a:t>GPT-4o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918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Example: Claude Code talking to OpenAI GPT-4o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93192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0690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Calibri"/>
              </a:rPr>
              <a:t>"Configure once, sync everywhere."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57200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  <a:latin typeface="Calibri"/>
              </a:rPr>
              <a:t>Without the proxy, you'd need a separate config per agent per model. With it, one model definition drives all agents.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RunJam  •  Secret Sauce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68680"/>
            <a:ext cx="91440" cy="2926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046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Calibri"/>
              </a:rP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The Everyday Toolkit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511296" cy="3749039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511296" cy="7315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30540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Agent 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200400"/>
            <a:ext cx="2962656" cy="18288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3520440"/>
            <a:ext cx="54864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383280"/>
            <a:ext cx="2871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Auto-detects claude, codex, gemini on 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4087368"/>
            <a:ext cx="54864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950208"/>
            <a:ext cx="2871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One-click install via npm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4654296"/>
            <a:ext cx="54864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517136"/>
            <a:ext cx="2871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Edit ~/.claude, ~/.codex, ~/.gemini from the GUI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5221224"/>
            <a:ext cx="54864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084064"/>
            <a:ext cx="2871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Enable / disable per session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17136" y="2286000"/>
            <a:ext cx="3511296" cy="3749039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17136" y="2286000"/>
            <a:ext cx="3511296" cy="7315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1455" y="2560320"/>
            <a:ext cx="30540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Unified Chat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91455" y="3200400"/>
            <a:ext cx="2962656" cy="18288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91455" y="3520440"/>
            <a:ext cx="54864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74336" y="3383280"/>
            <a:ext cx="2871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Real-time streaming of thinking + tool calls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91455" y="4087368"/>
            <a:ext cx="54864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74336" y="3950208"/>
            <a:ext cx="2871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Markdown + syntax highlight + Mermaid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91455" y="4654296"/>
            <a:ext cx="54864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74336" y="4517136"/>
            <a:ext cx="2871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Collapsible thinking blocks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91455" y="5221224"/>
            <a:ext cx="54864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74336" y="5084064"/>
            <a:ext cx="2871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Multi-agent switching mid-session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02752" y="2286000"/>
            <a:ext cx="3511296" cy="3749039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02752" y="2286000"/>
            <a:ext cx="3511296" cy="7315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77072" y="2560320"/>
            <a:ext cx="30540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Project Workspace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77072" y="3200400"/>
            <a:ext cx="2962656" cy="18288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77072" y="3520440"/>
            <a:ext cx="54864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59952" y="3383280"/>
            <a:ext cx="2871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VS Code-style file explorer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77072" y="4087368"/>
            <a:ext cx="54864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59952" y="3950208"/>
            <a:ext cx="2871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Monaco editor with full syntax highlighting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77072" y="4654296"/>
            <a:ext cx="54864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59952" y="4517136"/>
            <a:ext cx="2871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Integrated xterm.js terminal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77072" y="5221224"/>
            <a:ext cx="54864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59952" y="5084064"/>
            <a:ext cx="2871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Recent projects quick access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RunJam  •  Core Features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68680"/>
            <a:ext cx="91440" cy="2926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046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Calibri"/>
              </a:rPr>
              <a:t>NEW IN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Three Things That Change the Game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511296" cy="3749039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511296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3054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App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305409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Pin your own web apps inside RunJam — dashboards, docs, Sentry, your company wiki. One launcher, everything in reach.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46320"/>
            <a:ext cx="2962656" cy="1005840"/>
          </a:xfrm>
          <a:prstGeom prst="roundRect">
            <a:avLst>
              <a:gd name="adj" fmla="val 8000"/>
            </a:avLst>
          </a:prstGeom>
          <a:solidFill>
            <a:srgbClr val="0F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937760"/>
            <a:ext cx="2688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212080"/>
            <a:ext cx="26883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Useful for AI context: pair an app with a session so the agent can read it via MCP or browser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2286000"/>
            <a:ext cx="3511296" cy="3749039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17136" y="2286000"/>
            <a:ext cx="3511296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1455" y="2560320"/>
            <a:ext cx="3054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Session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5" y="3246120"/>
            <a:ext cx="305409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See every session at a glance. Kanban view: Idle, Running, Waiting, Error. Per-card status, project, agent, last activity.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91455" y="4846320"/>
            <a:ext cx="2962656" cy="1005840"/>
          </a:xfrm>
          <a:prstGeom prst="roundRect">
            <a:avLst>
              <a:gd name="adj" fmla="val 8000"/>
            </a:avLst>
          </a:prstGeom>
          <a:solidFill>
            <a:srgbClr val="0F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28616" y="4937760"/>
            <a:ext cx="2688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28616" y="5212080"/>
            <a:ext cx="26883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When you're running five agents on five repos, 'where is everything' is the hardest question. This answers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2286000"/>
            <a:ext cx="3511296" cy="3749039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02752" y="2286000"/>
            <a:ext cx="3511296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7072" y="2560320"/>
            <a:ext cx="3054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Local Model Launcher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3246120"/>
            <a:ext cx="305409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Run open-source LLMs on your own hardware via llama.cpp. DeepSeek, Qwen, Llama, Mistral. Free. Offline. Private.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77072" y="4846320"/>
            <a:ext cx="2962656" cy="1005840"/>
          </a:xfrm>
          <a:prstGeom prst="roundRect">
            <a:avLst>
              <a:gd name="adj" fmla="val 8000"/>
            </a:avLst>
          </a:prstGeom>
          <a:solidFill>
            <a:srgbClr val="0F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14232" y="4937760"/>
            <a:ext cx="2688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4232" y="5212080"/>
            <a:ext cx="26883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Run a 7B on a laptop for routine work, route only hard questions to a paid API. Best of both worlds.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RunJam  •  New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68680"/>
            <a:ext cx="91440" cy="2926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046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Calibri"/>
              </a:rPr>
              <a:t>UNIFIED MODEL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One Config. Every Agent.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423160"/>
            <a:ext cx="73152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Configure once, sync everywhere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One model config, applied to all agents.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64408"/>
            <a:ext cx="73152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72968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Provider presets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84448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Anthropic, OpenAI, Google AI, Groq, DeepSeek, Qwen, custom APIs.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05655"/>
            <a:ext cx="73152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14215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Per-agent assignment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2569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Give Claude Code a different model than Codex.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946903"/>
            <a:ext cx="73152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55464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Model aliases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66944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Friendly names like 'fast' and 'smart' mapped to real model IDs.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788151"/>
            <a:ext cx="73152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696712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Local API proxy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610819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Built-in proxy unifies API key management and protocol conversion.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1645920" cy="50292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331720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01F"/>
                </a:solidFill>
                <a:latin typeface="Calibri"/>
              </a:rPr>
              <a:t>Anthropic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2331720"/>
            <a:ext cx="1645920" cy="502920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2331720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01F"/>
                </a:solidFill>
                <a:latin typeface="Calibri"/>
              </a:rPr>
              <a:t>OpenAI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2971800"/>
            <a:ext cx="1645920" cy="50292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2971800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01F"/>
                </a:solidFill>
                <a:latin typeface="Calibri"/>
              </a:rPr>
              <a:t>Google 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2971800"/>
            <a:ext cx="1645920" cy="50292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2971800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01F"/>
                </a:solidFill>
                <a:latin typeface="Calibri"/>
              </a:rPr>
              <a:t>Groq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3611880"/>
            <a:ext cx="1645920" cy="502920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3611880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01F"/>
                </a:solidFill>
                <a:latin typeface="Calibri"/>
              </a:rPr>
              <a:t>DeepSeek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55480" y="3611880"/>
            <a:ext cx="1645920" cy="50292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5480" y="3611880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01F"/>
                </a:solidFill>
                <a:latin typeface="Calibri"/>
              </a:rPr>
              <a:t>Qwen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4251960"/>
            <a:ext cx="1645920" cy="50292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4251960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01F"/>
                </a:solidFill>
                <a:latin typeface="Calibri"/>
              </a:rPr>
              <a:t>Mistral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55480" y="4251960"/>
            <a:ext cx="1645920" cy="502920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55480" y="4251960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01F"/>
                </a:solidFill>
                <a:latin typeface="Calibri"/>
              </a:rPr>
              <a:t>llama.cpp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4892040"/>
            <a:ext cx="1645920" cy="50292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4892040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01F"/>
                </a:solidFill>
                <a:latin typeface="Calibri"/>
              </a:rPr>
              <a:t>Custom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8521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...and any OpenAI-compatible API you point at.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RunJam  •  Model Hub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68680"/>
            <a:ext cx="91440" cy="2926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046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How RunJam Stacks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0F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Capability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19456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19456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RunJam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19456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BD5E1"/>
                </a:solidFill>
                <a:latin typeface="Calibri"/>
              </a:rPr>
              <a:t>Cursor / Copilot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194560"/>
            <a:ext cx="1554480" cy="50292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19456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BD5E1"/>
                </a:solidFill>
                <a:latin typeface="Calibri"/>
              </a:rPr>
              <a:t>AionUI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2194560"/>
            <a:ext cx="1554480" cy="50292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219456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BD5E1"/>
                </a:solidFill>
                <a:latin typeface="Calibri"/>
              </a:rPr>
              <a:t>Bare CLI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43200"/>
            <a:ext cx="36576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743200"/>
            <a:ext cx="3474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Local-first, no cloud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743200"/>
            <a:ext cx="173736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743200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43200"/>
            <a:ext cx="18288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74320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274320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74320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274320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274320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108960"/>
            <a:ext cx="36576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108960"/>
            <a:ext cx="3474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Works with any AI agent CLI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108960"/>
            <a:ext cx="173736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3108960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108960"/>
            <a:ext cx="18288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10896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10896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310896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Calibri"/>
              </a:rPr>
              <a:t>ACP only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92640" y="310896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310896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474720"/>
            <a:ext cx="36576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3474720"/>
            <a:ext cx="3474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Auto-converts model protocols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34840" y="3474720"/>
            <a:ext cx="173736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3474720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474720"/>
            <a:ext cx="18288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347472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0" y="347472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92440" y="347472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347472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347472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840480"/>
            <a:ext cx="36576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3840480"/>
            <a:ext cx="3474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One-click agent install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34840" y="3840480"/>
            <a:ext cx="173736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4840" y="3840480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3840480"/>
            <a:ext cx="18288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384048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92440" y="384048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92440" y="384048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92640" y="384048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0" y="384048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4206240"/>
            <a:ext cx="36576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4206240"/>
            <a:ext cx="3474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Multi-project in parallel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34840" y="4206240"/>
            <a:ext cx="173736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34840" y="4206240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4206240"/>
            <a:ext cx="18288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17920" y="42062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92440" y="420624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92440" y="420624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Calibri"/>
              </a:rPr>
              <a:t>Partial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692640" y="420624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92640" y="420624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" y="4572000"/>
            <a:ext cx="36576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8680" y="4572000"/>
            <a:ext cx="3474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Built-in editor + terminal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434840" y="4572000"/>
            <a:ext cx="173736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34840" y="4572000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17920" y="4572000"/>
            <a:ext cx="18288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0" y="457200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092440" y="457200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92440" y="457200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Calibri"/>
              </a:rPr>
              <a:t>Partial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692640" y="457200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92640" y="457200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1520" y="4937760"/>
            <a:ext cx="36576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8680" y="4937760"/>
            <a:ext cx="3474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Local model (llama.cpp)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434840" y="4937760"/>
            <a:ext cx="173736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34840" y="4937760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217920" y="4937760"/>
            <a:ext cx="18288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17920" y="493776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092440" y="493776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092440" y="493776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692640" y="493776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92640" y="493776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5303520"/>
            <a:ext cx="36576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8680" y="5303520"/>
            <a:ext cx="3474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Session dashboard / kanban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434840" y="5303520"/>
            <a:ext cx="173736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434840" y="5303520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217920" y="5303520"/>
            <a:ext cx="18288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17920" y="530352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092440" y="530352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092440" y="530352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692640" y="530352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692640" y="530352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31520" y="5669280"/>
            <a:ext cx="36576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68680" y="5669280"/>
            <a:ext cx="3474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Cost tracking dashboard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434840" y="5669280"/>
            <a:ext cx="173736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434840" y="5669280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217920" y="5669280"/>
            <a:ext cx="18288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17920" y="566928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092440" y="566928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092440" y="566928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692640" y="566928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692640" y="566928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31520" y="6035040"/>
            <a:ext cx="36576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68680" y="6035040"/>
            <a:ext cx="3474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Open source (MIT)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434840" y="6035040"/>
            <a:ext cx="173736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434840" y="6035040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17920" y="6035040"/>
            <a:ext cx="18288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217920" y="60350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092440" y="603504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92440" y="603504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692640" y="603504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692640" y="603504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31520" y="6400800"/>
            <a:ext cx="36576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68680" y="6400800"/>
            <a:ext cx="3474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No agent modification needed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434840" y="6400800"/>
            <a:ext cx="173736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434840" y="6400800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217920" y="6400800"/>
            <a:ext cx="182880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217920" y="640080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59E0B"/>
                </a:solidFill>
                <a:latin typeface="Calibri"/>
              </a:rPr>
              <a:t>n/a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092440" y="640080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092440" y="640080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692640" y="6400800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692640" y="640080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59E0B"/>
                </a:solidFill>
                <a:latin typeface="Calibri"/>
              </a:rPr>
              <a:t>n/a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RunJam  •  Comparison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68680"/>
            <a:ext cx="91440" cy="2926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046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How It Fits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3611880" cy="7315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5CF6"/>
                </a:solidFill>
                <a:latin typeface="Calibri"/>
              </a:rPr>
              <a:t>AI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•  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7588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•  Codex 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5993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•  Gemini CLI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43984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•  Any CLI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48640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stdin/stdout — no protocol 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37744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2377440"/>
            <a:ext cx="36118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60604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2D3EE"/>
                </a:solidFill>
                <a:latin typeface="Calibri"/>
              </a:rPr>
              <a:t>RunJam Proxy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2918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•  Protocol Router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67588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•  Response Cache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05993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•  LLM Adapter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443984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•  Cache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48640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Auto-translates between providers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37744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0" y="2377440"/>
            <a:ext cx="361188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60604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LLM APIs + Local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2918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•  Anthropic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67588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•  OpenAI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405993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•  Google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443984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•  DeepSeek, Qwen, ...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828032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•  llama.cpp server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48640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Cloud or fully local, your choice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023359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2D3EE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023359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2D3EE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RunJam  •  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68680"/>
            <a:ext cx="91440" cy="2926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046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What It's Built With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5029200" cy="64008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73152" cy="640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40487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Tauri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71576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90% smaller than Electron, native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029200" cy="64008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73152" cy="640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0040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18211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4930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Zero GC pauses, excellent process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86200"/>
            <a:ext cx="5029200" cy="64008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86200"/>
            <a:ext cx="73152" cy="640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77639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95935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Vue 3 + TypeScript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27024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Reactive, ecosystem maturity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5029200" cy="64008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663440"/>
            <a:ext cx="73152" cy="640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754879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Styling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73659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Tailwind CSS v4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504748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Rapid UI development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40679"/>
            <a:ext cx="5029200" cy="64008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440679"/>
            <a:ext cx="73152" cy="640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532119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5513831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Pinia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5824727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Vue 3 official, great TS support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331720"/>
            <a:ext cx="5029200" cy="64008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2331720"/>
            <a:ext cx="73152" cy="640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242316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Database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240487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SQLite (rusqlite)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271576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Local-first, zero-config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108960"/>
            <a:ext cx="5029200" cy="64008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108960"/>
            <a:ext cx="73152" cy="640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320040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Editor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318211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Monaco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34930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The engine VS Code uses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886200"/>
            <a:ext cx="5029200" cy="64008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3886200"/>
            <a:ext cx="73152" cy="640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3977639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Terminal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395935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xterm.js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427024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Industry standard web terminal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4663440"/>
            <a:ext cx="5029200" cy="64008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4663440"/>
            <a:ext cx="73152" cy="640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4754879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Local Inference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01000" y="473659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llama.cpp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0" y="504748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Best-in-class CPU/GPU local LLM runtime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5440679"/>
            <a:ext cx="5029200" cy="64008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0" y="5440679"/>
            <a:ext cx="73152" cy="640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29400" y="5532119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Process Comm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000" y="5513831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stdin/stdout pipes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01000" y="5824727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No agent modification needed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RunJam  •  Tech Stack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68680"/>
            <a:ext cx="91440" cy="2926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046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Calibri"/>
              </a:rPr>
              <a:t>GET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Open Source, MIT, Ready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Agent auto-detection &amp; one-click install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35808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35808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Unified chat with streaming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28415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28415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Multi-agent, multi-project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21023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21023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Built-in file explorer, editor, terminal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13631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13631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Unified model configuration with 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062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Session persistence &amp; full-text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98848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98848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Local API proxy + prompt-cache optimization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91456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91456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Cost tracking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84064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084064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App Manager • Session Dashboard • Local Model Launcher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76672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76672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i18n (English / 中文) • Plugin / skill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97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Coming: Git worktree integration, agent auto-update, Linux builds, mobile companion.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2286000"/>
            <a:ext cx="4572000" cy="3749039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26060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101F"/>
                </a:solidFill>
                <a:latin typeface="Calibri"/>
              </a:rPr>
              <a:t>TRY IT TODAY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063240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101F"/>
                </a:solidFill>
                <a:latin typeface="Calibri"/>
              </a:rPr>
              <a:t>One command.</a:t>
            </a:r>
            <a:br/>
            <a:r>
              <a:t>Full source. MIT license.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4206240"/>
            <a:ext cx="3840480" cy="777240"/>
          </a:xfrm>
          <a:prstGeom prst="roundRect">
            <a:avLst>
              <a:gd name="adj" fmla="val 8000"/>
            </a:avLst>
          </a:prstGeom>
          <a:solidFill>
            <a:srgbClr val="0B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0920" y="42793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2D3EE"/>
                </a:solidFill>
                <a:latin typeface="Consolas"/>
              </a:rPr>
              <a:t>git clone https://github.com/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45720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2D3EE"/>
                </a:solidFill>
                <a:latin typeface="Consolas"/>
              </a:rPr>
              <a:t>  peintune/runjam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1663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101F"/>
                </a:solidFill>
                <a:latin typeface="Calibri"/>
              </a:rPr>
              <a:t>→  Star on GitHub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55321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101F"/>
                </a:solidFill>
                <a:latin typeface="Calibri"/>
              </a:rPr>
              <a:t>→  Read the docs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8978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101F"/>
                </a:solidFill>
                <a:latin typeface="Calibri"/>
              </a:rPr>
              <a:t>→  Open an issue or PR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RunJam  •  Get Started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